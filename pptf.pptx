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notesMasterIdLst>
    <p:notesMasterId r:id="rId12"/>
  </p:notesMasterIdLst>
  <p:sldIdLst>
    <p:sldId id="256" r:id="rId2"/>
    <p:sldId id="257" r:id="rId3"/>
    <p:sldId id="258" r:id="rId4"/>
    <p:sldId id="259" r:id="rId5"/>
    <p:sldId id="260" r:id="rId6"/>
    <p:sldId id="261" r:id="rId7"/>
    <p:sldId id="262" r:id="rId8"/>
    <p:sldId id="264" r:id="rId9"/>
    <p:sldId id="265"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616BFC-76FC-452A-AC47-7871BBCF3CF9}" v="19" dt="2026-08-02T16:14:57.3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248" autoAdjust="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F32DE-B780-4157-9DDE-0048DC3A7023}" type="datetimeFigureOut">
              <a:rPr lang="en-IN" smtClean="0"/>
              <a:t>18-08-2026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55934-2849-4503-A484-A2B8022BC65C}" type="slidenum">
              <a:rPr lang="en-IN" smtClean="0"/>
              <a:t>‹#›</a:t>
            </a:fld>
            <a:endParaRPr lang="en-IN"/>
          </a:p>
        </p:txBody>
      </p:sp>
    </p:spTree>
    <p:extLst>
      <p:ext uri="{BB962C8B-B14F-4D97-AF65-F5344CB8AC3E}">
        <p14:creationId xmlns:p14="http://schemas.microsoft.com/office/powerpoint/2010/main" val="1659529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355934-2849-4503-A484-A2B8022BC65C}" type="slidenum">
              <a:rPr lang="en-IN" smtClean="0"/>
              <a:t>6</a:t>
            </a:fld>
            <a:endParaRPr lang="en-IN"/>
          </a:p>
        </p:txBody>
      </p:sp>
    </p:spTree>
    <p:extLst>
      <p:ext uri="{BB962C8B-B14F-4D97-AF65-F5344CB8AC3E}">
        <p14:creationId xmlns:p14="http://schemas.microsoft.com/office/powerpoint/2010/main" val="235639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355934-2849-4503-A484-A2B8022BC65C}" type="slidenum">
              <a:rPr lang="en-IN" smtClean="0"/>
              <a:t>7</a:t>
            </a:fld>
            <a:endParaRPr lang="en-IN"/>
          </a:p>
        </p:txBody>
      </p:sp>
    </p:spTree>
    <p:extLst>
      <p:ext uri="{BB962C8B-B14F-4D97-AF65-F5344CB8AC3E}">
        <p14:creationId xmlns:p14="http://schemas.microsoft.com/office/powerpoint/2010/main" val="40465989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30AB786C-4E17-41C2-8ADF-D24071F49C9F}" type="slidenum">
              <a:rPr lang="en-IN" smtClean="0"/>
              <a:t>‹#›</a:t>
            </a:fld>
            <a:endParaRPr lang="en-IN"/>
          </a:p>
        </p:txBody>
      </p:sp>
    </p:spTree>
    <p:extLst>
      <p:ext uri="{BB962C8B-B14F-4D97-AF65-F5344CB8AC3E}">
        <p14:creationId xmlns:p14="http://schemas.microsoft.com/office/powerpoint/2010/main" val="3832552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30AB786C-4E17-41C2-8ADF-D24071F49C9F}"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58736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30AB786C-4E17-41C2-8ADF-D24071F49C9F}" type="slidenum">
              <a:rPr lang="en-IN" smtClean="0"/>
              <a:t>‹#›</a:t>
            </a:fld>
            <a:endParaRPr lang="en-IN"/>
          </a:p>
        </p:txBody>
      </p:sp>
    </p:spTree>
    <p:extLst>
      <p:ext uri="{BB962C8B-B14F-4D97-AF65-F5344CB8AC3E}">
        <p14:creationId xmlns:p14="http://schemas.microsoft.com/office/powerpoint/2010/main" val="2792971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IN"/>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30AB786C-4E17-41C2-8ADF-D24071F49C9F}" type="slidenum">
              <a:rPr lang="en-IN" smtClean="0"/>
              <a:t>‹#›</a:t>
            </a:fld>
            <a:endParaRPr lang="en-IN"/>
          </a:p>
        </p:txBody>
      </p:sp>
    </p:spTree>
    <p:extLst>
      <p:ext uri="{BB962C8B-B14F-4D97-AF65-F5344CB8AC3E}">
        <p14:creationId xmlns:p14="http://schemas.microsoft.com/office/powerpoint/2010/main" val="7746374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30AB786C-4E17-41C2-8ADF-D24071F49C9F}" type="slidenum">
              <a:rPr lang="en-IN" smtClean="0"/>
              <a:t>‹#›</a:t>
            </a:fld>
            <a:endParaRPr lang="en-IN"/>
          </a:p>
        </p:txBody>
      </p:sp>
    </p:spTree>
    <p:extLst>
      <p:ext uri="{BB962C8B-B14F-4D97-AF65-F5344CB8AC3E}">
        <p14:creationId xmlns:p14="http://schemas.microsoft.com/office/powerpoint/2010/main" val="1792672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30AB786C-4E17-41C2-8ADF-D24071F49C9F}"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0569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30AB786C-4E17-41C2-8ADF-D24071F49C9F}"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Tree>
    <p:extLst>
      <p:ext uri="{BB962C8B-B14F-4D97-AF65-F5344CB8AC3E}">
        <p14:creationId xmlns:p14="http://schemas.microsoft.com/office/powerpoint/2010/main" val="167765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30AB786C-4E17-41C2-8ADF-D24071F49C9F}"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0701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30AB786C-4E17-41C2-8ADF-D24071F49C9F}" type="slidenum">
              <a:rPr lang="en-IN" smtClean="0"/>
              <a:t>‹#›</a:t>
            </a:fld>
            <a:endParaRPr lang="en-IN"/>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37522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BC833BC4-5199-4B59-86BC-416EEAB8C7DE}" type="datetimeFigureOut">
              <a:rPr lang="en-IN" smtClean="0"/>
              <a:t>18-08-2026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30AB786C-4E17-41C2-8ADF-D24071F49C9F}"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8698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BC833BC4-5199-4B59-86BC-416EEAB8C7DE}" type="datetimeFigureOut">
              <a:rPr lang="en-IN" smtClean="0"/>
              <a:t>18-08-2026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30AB786C-4E17-41C2-8ADF-D24071F49C9F}"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1006916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IN"/>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BC833BC4-5199-4B59-86BC-416EEAB8C7DE}" type="datetimeFigureOut">
              <a:rPr lang="en-IN" smtClean="0"/>
              <a:t>18-08-2026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30AB786C-4E17-41C2-8ADF-D24071F49C9F}" type="slidenum">
              <a:rPr lang="en-IN" smtClean="0"/>
              <a:t>‹#›</a:t>
            </a:fld>
            <a:endParaRPr lang="en-IN"/>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15161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BC833BC4-5199-4B59-86BC-416EEAB8C7DE}" type="datetimeFigureOut">
              <a:rPr lang="en-IN" smtClean="0"/>
              <a:t>18-08-2026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30AB786C-4E17-41C2-8ADF-D24071F49C9F}" type="slidenum">
              <a:rPr lang="en-IN" smtClean="0"/>
              <a:t>‹#›</a:t>
            </a:fld>
            <a:endParaRPr lang="en-IN"/>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324236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BC833BC4-5199-4B59-86BC-416EEAB8C7DE}" type="datetimeFigureOut">
              <a:rPr lang="en-IN" smtClean="0"/>
              <a:t>18-08-2026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30AB786C-4E17-41C2-8ADF-D24071F49C9F}"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920453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BC833BC4-5199-4B59-86BC-416EEAB8C7DE}" type="datetimeFigureOut">
              <a:rPr lang="en-IN" smtClean="0"/>
              <a:t>18-08-2026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30AB786C-4E17-41C2-8ADF-D24071F49C9F}"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437827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BC833BC4-5199-4B59-86BC-416EEAB8C7DE}" type="datetimeFigureOut">
              <a:rPr lang="en-IN" smtClean="0"/>
              <a:t>18-08-2026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30AB786C-4E17-41C2-8ADF-D24071F49C9F}" type="slidenum">
              <a:rPr lang="en-IN" smtClean="0"/>
              <a:t>‹#›</a:t>
            </a:fld>
            <a:endParaRPr lang="en-IN"/>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615265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BC833BC4-5199-4B59-86BC-416EEAB8C7DE}" type="datetimeFigureOut">
              <a:rPr lang="en-IN" smtClean="0"/>
              <a:t>18-08-2026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30AB786C-4E17-41C2-8ADF-D24071F49C9F}" type="slidenum">
              <a:rPr lang="en-IN" smtClean="0"/>
              <a:t>‹#›</a:t>
            </a:fld>
            <a:endParaRPr lang="en-IN"/>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332831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BC833BC4-5199-4B59-86BC-416EEAB8C7DE}" type="datetimeFigureOut">
              <a:rPr lang="en-IN" smtClean="0"/>
              <a:t>18-08-2026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30AB786C-4E17-41C2-8ADF-D24071F49C9F}" type="slidenum">
              <a:rPr lang="en-IN" smtClean="0"/>
              <a:t>‹#›</a:t>
            </a:fld>
            <a:endParaRPr lang="en-IN"/>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14404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30AB786C-4E17-41C2-8ADF-D24071F49C9F}" type="slidenum">
              <a:rPr lang="en-IN" smtClean="0"/>
              <a:t>‹#›</a:t>
            </a:fld>
            <a:endParaRPr lang="en-IN"/>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3931049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30AB786C-4E17-41C2-8ADF-D24071F49C9F}" type="slidenum">
              <a:rPr lang="en-IN" smtClean="0"/>
              <a:t>‹#›</a:t>
            </a:fld>
            <a:endParaRPr lang="en-IN"/>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639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30AB786C-4E17-41C2-8ADF-D24071F49C9F}" type="slidenum">
              <a:rPr lang="en-IN" smtClean="0"/>
              <a:t>‹#›</a:t>
            </a:fld>
            <a:endParaRPr lang="en-IN"/>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37595472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30AB786C-4E17-41C2-8ADF-D24071F49C9F}" type="slidenum">
              <a:rPr lang="en-IN" smtClean="0"/>
              <a:t>‹#›</a:t>
            </a:fld>
            <a:endParaRPr lang="en-IN"/>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29510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30AB786C-4E17-41C2-8ADF-D24071F49C9F}" type="slidenum">
              <a:rPr lang="en-IN" smtClean="0"/>
              <a:t>‹#›</a:t>
            </a:fld>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340284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30AB786C-4E17-41C2-8ADF-D24071F49C9F}" type="slidenum">
              <a:rPr lang="en-IN" smtClean="0"/>
              <a:t>‹#›</a:t>
            </a:fld>
            <a:endParaRPr lang="en-IN"/>
          </a:p>
        </p:txBody>
      </p:sp>
    </p:spTree>
    <p:extLst>
      <p:ext uri="{BB962C8B-B14F-4D97-AF65-F5344CB8AC3E}">
        <p14:creationId xmlns:p14="http://schemas.microsoft.com/office/powerpoint/2010/main" val="24458266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30AB786C-4E17-41C2-8ADF-D24071F49C9F}" type="slidenum">
              <a:rPr lang="en-IN" smtClean="0"/>
              <a:t>‹#›</a:t>
            </a:fld>
            <a:endParaRPr lang="en-IN"/>
          </a:p>
        </p:txBody>
      </p:sp>
    </p:spTree>
    <p:extLst>
      <p:ext uri="{BB962C8B-B14F-4D97-AF65-F5344CB8AC3E}">
        <p14:creationId xmlns:p14="http://schemas.microsoft.com/office/powerpoint/2010/main" val="1475173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30AB786C-4E17-41C2-8ADF-D24071F49C9F}" type="slidenum">
              <a:rPr lang="en-IN" smtClean="0"/>
              <a:t>‹#›</a:t>
            </a:fld>
            <a:endParaRPr lang="en-IN"/>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78244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C833BC4-5199-4B59-86BC-416EEAB8C7DE}" type="datetimeFigureOut">
              <a:rPr lang="en-IN" smtClean="0"/>
              <a:t>18-08-2026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30AB786C-4E17-41C2-8ADF-D24071F49C9F}" type="slidenum">
              <a:rPr lang="en-IN" smtClean="0"/>
              <a:t>‹#›</a:t>
            </a:fld>
            <a:endParaRPr lang="en-IN"/>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6597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IN"/>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BC833BC4-5199-4B59-86BC-416EEAB8C7DE}" type="datetimeFigureOut">
              <a:rPr lang="en-IN" smtClean="0"/>
              <a:t>18-08-2026</a:t>
            </a:fld>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30AB786C-4E17-41C2-8ADF-D24071F49C9F}" type="slidenum">
              <a:rPr lang="en-IN" smtClean="0"/>
              <a:t>‹#›</a:t>
            </a:fld>
            <a:endParaRPr lang="en-IN"/>
          </a:p>
        </p:txBody>
      </p:sp>
    </p:spTree>
    <p:extLst>
      <p:ext uri="{BB962C8B-B14F-4D97-AF65-F5344CB8AC3E}">
        <p14:creationId xmlns:p14="http://schemas.microsoft.com/office/powerpoint/2010/main" val="2266297006"/>
      </p:ext>
    </p:extLst>
  </p:cSld>
  <p:clrMap bg1="dk1" tx1="lt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 id="2147483735" r:id="rId19"/>
    <p:sldLayoutId id="2147483736" r:id="rId20"/>
    <p:sldLayoutId id="2147483737" r:id="rId21"/>
    <p:sldLayoutId id="2147483738" r:id="rId22"/>
    <p:sldLayoutId id="2147483739" r:id="rId23"/>
    <p:sldLayoutId id="2147483740" r:id="rId24"/>
    <p:sldLayoutId id="2147483741" r:id="rId25"/>
    <p:sldLayoutId id="2147483742" r:id="rId26"/>
    <p:sldLayoutId id="2147483743"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1B699A-F559-A6C1-22AF-FC9829BFA368}"/>
              </a:ext>
            </a:extLst>
          </p:cNvPr>
          <p:cNvSpPr txBox="1"/>
          <p:nvPr/>
        </p:nvSpPr>
        <p:spPr>
          <a:xfrm>
            <a:off x="8531051" y="4678203"/>
            <a:ext cx="3505423" cy="1264280"/>
          </a:xfrm>
          <a:prstGeom prst="rect">
            <a:avLst/>
          </a:prstGeom>
        </p:spPr>
        <p:txBody>
          <a:bodyPr vert="horz" lIns="91440" tIns="45720" rIns="91440" bIns="45720" rtlCol="0">
            <a:normAutofit/>
          </a:bodyPr>
          <a:lstStyle/>
          <a:p>
            <a:pPr>
              <a:lnSpc>
                <a:spcPct val="90000"/>
              </a:lnSpc>
              <a:spcAft>
                <a:spcPts val="600"/>
              </a:spcAft>
            </a:pPr>
            <a:r>
              <a:rPr lang="en-US" sz="2000" dirty="0"/>
              <a:t>PRESENTED BY:</a:t>
            </a:r>
          </a:p>
          <a:p>
            <a:pPr>
              <a:lnSpc>
                <a:spcPct val="90000"/>
              </a:lnSpc>
              <a:spcAft>
                <a:spcPts val="600"/>
              </a:spcAft>
            </a:pPr>
            <a:r>
              <a:rPr lang="en-US" sz="2000" dirty="0"/>
              <a:t>A.SRIVIDYA 3572 BATCH</a:t>
            </a:r>
          </a:p>
        </p:txBody>
      </p:sp>
      <p:sp>
        <p:nvSpPr>
          <p:cNvPr id="5" name="Title 4">
            <a:extLst>
              <a:ext uri="{FF2B5EF4-FFF2-40B4-BE49-F238E27FC236}">
                <a16:creationId xmlns:a16="http://schemas.microsoft.com/office/drawing/2014/main" id="{45EBFCD9-4711-3660-A5D7-05E94843B6FA}"/>
              </a:ext>
            </a:extLst>
          </p:cNvPr>
          <p:cNvSpPr>
            <a:spLocks noGrp="1"/>
          </p:cNvSpPr>
          <p:nvPr>
            <p:ph type="ctrTitle"/>
          </p:nvPr>
        </p:nvSpPr>
        <p:spPr>
          <a:xfrm>
            <a:off x="678426" y="149002"/>
            <a:ext cx="11208774" cy="3279998"/>
          </a:xfrm>
        </p:spPr>
        <p:txBody>
          <a:bodyPr/>
          <a:lstStyle/>
          <a:p>
            <a:r>
              <a:rPr lang="en-US" dirty="0"/>
              <a:t>               FRONT-END PROJECT </a:t>
            </a:r>
            <a:br>
              <a:rPr lang="en-US" dirty="0"/>
            </a:br>
            <a:r>
              <a:rPr lang="en-US" dirty="0"/>
              <a:t>                                ON</a:t>
            </a:r>
            <a:br>
              <a:rPr lang="en-US" dirty="0"/>
            </a:br>
            <a:br>
              <a:rPr lang="en-US" dirty="0"/>
            </a:br>
            <a:r>
              <a:rPr lang="en-US" dirty="0"/>
              <a:t>  STUDENT REGISTRATION SYSTEM</a:t>
            </a:r>
            <a:endParaRPr lang="en-IN" dirty="0"/>
          </a:p>
        </p:txBody>
      </p:sp>
    </p:spTree>
    <p:extLst>
      <p:ext uri="{BB962C8B-B14F-4D97-AF65-F5344CB8AC3E}">
        <p14:creationId xmlns:p14="http://schemas.microsoft.com/office/powerpoint/2010/main" val="3691523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236A6-9CDD-35B9-2D1A-988844BD7F8E}"/>
              </a:ext>
            </a:extLst>
          </p:cNvPr>
          <p:cNvSpPr>
            <a:spLocks noGrp="1"/>
          </p:cNvSpPr>
          <p:nvPr>
            <p:ph type="title"/>
          </p:nvPr>
        </p:nvSpPr>
        <p:spPr>
          <a:xfrm>
            <a:off x="322469" y="690723"/>
            <a:ext cx="9942409" cy="876193"/>
          </a:xfrm>
        </p:spPr>
        <p:txBody>
          <a:bodyPr/>
          <a:lstStyle/>
          <a:p>
            <a:r>
              <a:rPr lang="en-US" dirty="0"/>
              <a:t>                                                 </a:t>
            </a:r>
            <a:r>
              <a:rPr lang="en-US" dirty="0">
                <a:solidFill>
                  <a:schemeClr val="accent1"/>
                </a:solidFill>
              </a:rPr>
              <a:t>ABSTRACT</a:t>
            </a:r>
            <a:endParaRPr lang="en-IN" dirty="0">
              <a:solidFill>
                <a:schemeClr val="accent1"/>
              </a:solidFill>
            </a:endParaRPr>
          </a:p>
        </p:txBody>
      </p:sp>
      <p:sp>
        <p:nvSpPr>
          <p:cNvPr id="6" name="TextBox 5">
            <a:extLst>
              <a:ext uri="{FF2B5EF4-FFF2-40B4-BE49-F238E27FC236}">
                <a16:creationId xmlns:a16="http://schemas.microsoft.com/office/drawing/2014/main" id="{E3551671-710B-18F1-F4E9-C4469948762B}"/>
              </a:ext>
            </a:extLst>
          </p:cNvPr>
          <p:cNvSpPr txBox="1"/>
          <p:nvPr/>
        </p:nvSpPr>
        <p:spPr>
          <a:xfrm>
            <a:off x="1337187" y="1327355"/>
            <a:ext cx="9942409" cy="5262979"/>
          </a:xfrm>
          <a:prstGeom prst="rect">
            <a:avLst/>
          </a:prstGeom>
          <a:noFill/>
        </p:spPr>
        <p:txBody>
          <a:bodyPr wrap="square" rtlCol="0">
            <a:spAutoFit/>
          </a:bodyPr>
          <a:lstStyle/>
          <a:p>
            <a:r>
              <a:rPr lang="en-US" sz="2400" dirty="0">
                <a:latin typeface="Aparajita" panose="02020603050405020304" pitchFamily="18" charset="0"/>
                <a:cs typeface="Aparajita" panose="02020603050405020304" pitchFamily="18" charset="0"/>
              </a:rPr>
              <a:t>The Student Registration System is a front-end web application developed to simplify the process of registering student information. It allows users to enter student details such as name, roll number, email, phone number, course, and address through an easy-to-use online form. The application is built using HTML, CSS, and JavaScript.</a:t>
            </a:r>
          </a:p>
          <a:p>
            <a:endParaRPr lang="en-US" sz="2400" dirty="0">
              <a:latin typeface="Aparajita" panose="02020603050405020304" pitchFamily="18" charset="0"/>
              <a:cs typeface="Aparajita" panose="02020603050405020304" pitchFamily="18" charset="0"/>
            </a:endParaRPr>
          </a:p>
          <a:p>
            <a:r>
              <a:rPr lang="en-US" sz="2400" dirty="0">
                <a:latin typeface="Aparajita" panose="02020603050405020304" pitchFamily="18" charset="0"/>
                <a:cs typeface="Aparajita" panose="02020603050405020304" pitchFamily="18" charset="0"/>
              </a:rPr>
              <a:t>The system validates the entered information to ensure that all required fields are completed correctly before submission. It helps reduce manual paperwork, minimizes data entry errors, and saves time by providing a faster and more organized registration process. </a:t>
            </a:r>
          </a:p>
          <a:p>
            <a:endParaRPr lang="en-US" sz="2400" dirty="0">
              <a:latin typeface="Aparajita" panose="02020603050405020304" pitchFamily="18" charset="0"/>
              <a:cs typeface="Aparajita" panose="02020603050405020304" pitchFamily="18" charset="0"/>
            </a:endParaRPr>
          </a:p>
          <a:p>
            <a:r>
              <a:rPr lang="en-US" sz="2400" dirty="0">
                <a:latin typeface="Aparajita" panose="02020603050405020304" pitchFamily="18" charset="0"/>
                <a:cs typeface="Aparajita" panose="02020603050405020304" pitchFamily="18" charset="0"/>
              </a:rPr>
              <a:t>This project demonstrates the basic concepts of front-end web development and can serve as a foundation for more advanced systems.</a:t>
            </a:r>
          </a:p>
          <a:p>
            <a:endParaRPr lang="en-US" sz="2400" dirty="0">
              <a:latin typeface="Aparajita" panose="02020603050405020304" pitchFamily="18" charset="0"/>
              <a:cs typeface="Aparajita" panose="02020603050405020304" pitchFamily="18" charset="0"/>
            </a:endParaRPr>
          </a:p>
          <a:p>
            <a:r>
              <a:rPr lang="en-US" sz="2400" dirty="0">
                <a:latin typeface="Aparajita" panose="02020603050405020304" pitchFamily="18" charset="0"/>
                <a:cs typeface="Aparajita" panose="02020603050405020304" pitchFamily="18" charset="0"/>
              </a:rPr>
              <a:t>In the future, it can be enhanced by integrating a database, user login, an admin dashboard, and search and reporting features to create a complete student management solution.</a:t>
            </a:r>
            <a:endParaRPr lang="en-IN" sz="2400"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430101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24147-99B2-7CE3-87F9-81AA647C89EC}"/>
              </a:ext>
            </a:extLst>
          </p:cNvPr>
          <p:cNvSpPr>
            <a:spLocks noGrp="1"/>
          </p:cNvSpPr>
          <p:nvPr>
            <p:ph type="title"/>
          </p:nvPr>
        </p:nvSpPr>
        <p:spPr/>
        <p:txBody>
          <a:bodyPr/>
          <a:lstStyle/>
          <a:p>
            <a:r>
              <a:rPr lang="en-US" dirty="0"/>
              <a:t>                                             </a:t>
            </a:r>
            <a:r>
              <a:rPr lang="en-US" dirty="0">
                <a:solidFill>
                  <a:schemeClr val="accent1"/>
                </a:solidFill>
              </a:rPr>
              <a:t>INTRODUCTION</a:t>
            </a:r>
            <a:endParaRPr lang="en-IN" dirty="0">
              <a:solidFill>
                <a:schemeClr val="accent1"/>
              </a:solidFill>
            </a:endParaRPr>
          </a:p>
        </p:txBody>
      </p:sp>
      <p:sp>
        <p:nvSpPr>
          <p:cNvPr id="4" name="TextBox 3">
            <a:extLst>
              <a:ext uri="{FF2B5EF4-FFF2-40B4-BE49-F238E27FC236}">
                <a16:creationId xmlns:a16="http://schemas.microsoft.com/office/drawing/2014/main" id="{FF3E14F7-CA46-C83F-0E24-E5D0B063AA4C}"/>
              </a:ext>
            </a:extLst>
          </p:cNvPr>
          <p:cNvSpPr txBox="1"/>
          <p:nvPr/>
        </p:nvSpPr>
        <p:spPr>
          <a:xfrm>
            <a:off x="1592825" y="1661192"/>
            <a:ext cx="9586452" cy="4524315"/>
          </a:xfrm>
          <a:prstGeom prst="rect">
            <a:avLst/>
          </a:prstGeom>
          <a:noFill/>
        </p:spPr>
        <p:txBody>
          <a:bodyPr wrap="square" rtlCol="0">
            <a:spAutoFit/>
          </a:bodyPr>
          <a:lstStyle/>
          <a:p>
            <a:r>
              <a:rPr lang="en-US" sz="2400" dirty="0">
                <a:latin typeface="Aparajita" panose="02020603050405020304" pitchFamily="18" charset="0"/>
                <a:cs typeface="Aparajita" panose="02020603050405020304" pitchFamily="18" charset="0"/>
              </a:rPr>
              <a:t>A Student Registration System is a web-based application designed to collect, manage, and organize student information in a simple and efficient way. It allows students to enter their personal and academic details through an online registration form.</a:t>
            </a:r>
          </a:p>
          <a:p>
            <a:endParaRPr lang="en-US" sz="2400" dirty="0">
              <a:latin typeface="Aparajita" panose="02020603050405020304" pitchFamily="18" charset="0"/>
              <a:cs typeface="Aparajita" panose="02020603050405020304" pitchFamily="18" charset="0"/>
            </a:endParaRPr>
          </a:p>
          <a:p>
            <a:r>
              <a:rPr lang="en-US" sz="2400" dirty="0">
                <a:latin typeface="Aparajita" panose="02020603050405020304" pitchFamily="18" charset="0"/>
                <a:cs typeface="Aparajita" panose="02020603050405020304" pitchFamily="18" charset="0"/>
              </a:rPr>
              <a:t>The system checks whether the entered information is valid before accepting the registration, ensuring accurate data entry.</a:t>
            </a:r>
          </a:p>
          <a:p>
            <a:endParaRPr lang="en-US" sz="2400" dirty="0">
              <a:latin typeface="Aparajita" panose="02020603050405020304" pitchFamily="18" charset="0"/>
              <a:cs typeface="Aparajita" panose="02020603050405020304" pitchFamily="18" charset="0"/>
            </a:endParaRPr>
          </a:p>
          <a:p>
            <a:r>
              <a:rPr lang="en-US" sz="2400" dirty="0">
                <a:latin typeface="Aparajita" panose="02020603050405020304" pitchFamily="18" charset="0"/>
                <a:cs typeface="Aparajita" panose="02020603050405020304" pitchFamily="18" charset="0"/>
              </a:rPr>
              <a:t>This project provides an easy-to-use interface where users can register student details, and view the registered information.</a:t>
            </a:r>
          </a:p>
          <a:p>
            <a:endParaRPr lang="en-US" sz="2400" dirty="0">
              <a:latin typeface="Aparajita" panose="02020603050405020304" pitchFamily="18" charset="0"/>
              <a:cs typeface="Aparajita" panose="02020603050405020304" pitchFamily="18" charset="0"/>
            </a:endParaRPr>
          </a:p>
          <a:p>
            <a:r>
              <a:rPr lang="en-US" sz="2400" dirty="0">
                <a:latin typeface="Aparajita" panose="02020603050405020304" pitchFamily="18" charset="0"/>
                <a:cs typeface="Aparajita" panose="02020603050405020304" pitchFamily="18" charset="0"/>
              </a:rPr>
              <a:t>It can be further enhanced by connecting it to a database and adding login and authentication features for secure data management.</a:t>
            </a:r>
            <a:endParaRPr lang="en-IN" sz="2400"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177292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F83AF-5E72-6FEE-AB74-160DC64E2D32}"/>
              </a:ext>
            </a:extLst>
          </p:cNvPr>
          <p:cNvSpPr>
            <a:spLocks noGrp="1"/>
          </p:cNvSpPr>
          <p:nvPr>
            <p:ph type="title"/>
          </p:nvPr>
        </p:nvSpPr>
        <p:spPr/>
        <p:txBody>
          <a:bodyPr/>
          <a:lstStyle/>
          <a:p>
            <a:r>
              <a:rPr lang="en-US" dirty="0"/>
              <a:t>                                                 </a:t>
            </a:r>
            <a:r>
              <a:rPr lang="en-US" dirty="0">
                <a:solidFill>
                  <a:schemeClr val="accent1"/>
                </a:solidFill>
              </a:rPr>
              <a:t>OBJECTIVE</a:t>
            </a:r>
            <a:endParaRPr lang="en-IN" dirty="0">
              <a:solidFill>
                <a:schemeClr val="accent1"/>
              </a:solidFill>
            </a:endParaRPr>
          </a:p>
        </p:txBody>
      </p:sp>
      <p:sp>
        <p:nvSpPr>
          <p:cNvPr id="4" name="TextBox 3">
            <a:extLst>
              <a:ext uri="{FF2B5EF4-FFF2-40B4-BE49-F238E27FC236}">
                <a16:creationId xmlns:a16="http://schemas.microsoft.com/office/drawing/2014/main" id="{A01EEDBE-0590-CAB1-A48D-247B7056105B}"/>
              </a:ext>
            </a:extLst>
          </p:cNvPr>
          <p:cNvSpPr txBox="1"/>
          <p:nvPr/>
        </p:nvSpPr>
        <p:spPr>
          <a:xfrm>
            <a:off x="2261419" y="1936955"/>
            <a:ext cx="8927690" cy="2585323"/>
          </a:xfrm>
          <a:prstGeom prst="rect">
            <a:avLst/>
          </a:prstGeom>
          <a:noFill/>
        </p:spPr>
        <p:txBody>
          <a:bodyPr wrap="square" rtlCol="0">
            <a:spAutoFit/>
          </a:bodyPr>
          <a:lstStyle/>
          <a:p>
            <a:pPr marL="285750" indent="-285750">
              <a:buFont typeface="Wingdings" panose="05000000000000000000" pitchFamily="2" charset="2"/>
              <a:buChar char="§"/>
            </a:pPr>
            <a:r>
              <a:rPr lang="en-US" sz="2400" dirty="0">
                <a:latin typeface="Aparajita" panose="02020603050405020304" pitchFamily="18" charset="0"/>
                <a:cs typeface="Aparajita" panose="02020603050405020304" pitchFamily="18" charset="0"/>
              </a:rPr>
              <a:t>To provide an easy and efficient way to register student information online.</a:t>
            </a:r>
          </a:p>
          <a:p>
            <a:pPr marL="285750" indent="-285750">
              <a:buFont typeface="Wingdings" panose="05000000000000000000" pitchFamily="2" charset="2"/>
              <a:buChar char="§"/>
            </a:pPr>
            <a:r>
              <a:rPr lang="en-US" sz="2400" dirty="0">
                <a:latin typeface="Aparajita" panose="02020603050405020304" pitchFamily="18" charset="0"/>
                <a:cs typeface="Aparajita" panose="02020603050405020304" pitchFamily="18" charset="0"/>
              </a:rPr>
              <a:t>To reduce manual paperwork and simplify the registration process.</a:t>
            </a:r>
          </a:p>
          <a:p>
            <a:pPr marL="285750" indent="-285750">
              <a:buFont typeface="Wingdings" panose="05000000000000000000" pitchFamily="2" charset="2"/>
              <a:buChar char="§"/>
            </a:pPr>
            <a:r>
              <a:rPr lang="en-US" sz="2400" dirty="0">
                <a:latin typeface="Aparajita" panose="02020603050405020304" pitchFamily="18" charset="0"/>
                <a:cs typeface="Aparajita" panose="02020603050405020304" pitchFamily="18" charset="0"/>
              </a:rPr>
              <a:t>To collect student details.</a:t>
            </a:r>
          </a:p>
          <a:p>
            <a:pPr marL="285750" indent="-285750">
              <a:buFont typeface="Wingdings" panose="05000000000000000000" pitchFamily="2" charset="2"/>
              <a:buChar char="§"/>
            </a:pPr>
            <a:r>
              <a:rPr lang="en-US" sz="2400" dirty="0">
                <a:latin typeface="Aparajita" panose="02020603050405020304" pitchFamily="18" charset="0"/>
                <a:cs typeface="Aparajita" panose="02020603050405020304" pitchFamily="18" charset="0"/>
              </a:rPr>
              <a:t>To validate user input and prevent incorrect or incomplete data entry.</a:t>
            </a:r>
          </a:p>
          <a:p>
            <a:pPr marL="285750" indent="-285750">
              <a:buFont typeface="Wingdings" panose="05000000000000000000" pitchFamily="2" charset="2"/>
              <a:buChar char="§"/>
            </a:pPr>
            <a:r>
              <a:rPr lang="en-US" sz="2400" dirty="0">
                <a:latin typeface="Aparajita" panose="02020603050405020304" pitchFamily="18" charset="0"/>
                <a:cs typeface="Aparajita" panose="02020603050405020304" pitchFamily="18" charset="0"/>
              </a:rPr>
              <a:t>To save time for both students and </a:t>
            </a:r>
            <a:r>
              <a:rPr lang="en-US" sz="2400" dirty="0" err="1">
                <a:latin typeface="Aparajita" panose="02020603050405020304" pitchFamily="18" charset="0"/>
                <a:cs typeface="Aparajita" panose="02020603050405020304" pitchFamily="18" charset="0"/>
              </a:rPr>
              <a:t>administators</a:t>
            </a:r>
            <a:r>
              <a:rPr lang="en-US" sz="2400" dirty="0">
                <a:latin typeface="Aparajita" panose="02020603050405020304" pitchFamily="18" charset="0"/>
                <a:cs typeface="Aparajita" panose="02020603050405020304" pitchFamily="18" charset="0"/>
              </a:rPr>
              <a:t>.</a:t>
            </a:r>
          </a:p>
          <a:p>
            <a:pPr marL="285750" indent="-285750">
              <a:buFont typeface="Wingdings" panose="05000000000000000000" pitchFamily="2" charset="2"/>
              <a:buChar char="§"/>
            </a:pPr>
            <a:r>
              <a:rPr lang="en-US" sz="2400" dirty="0">
                <a:latin typeface="Aparajita" panose="02020603050405020304" pitchFamily="18" charset="0"/>
                <a:cs typeface="Aparajita" panose="02020603050405020304" pitchFamily="18" charset="0"/>
              </a:rPr>
              <a:t>To improve accuracy and organization of student data.</a:t>
            </a:r>
          </a:p>
          <a:p>
            <a:endParaRPr lang="en-IN" dirty="0"/>
          </a:p>
        </p:txBody>
      </p:sp>
    </p:spTree>
    <p:extLst>
      <p:ext uri="{BB962C8B-B14F-4D97-AF65-F5344CB8AC3E}">
        <p14:creationId xmlns:p14="http://schemas.microsoft.com/office/powerpoint/2010/main" val="957464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3AB1B-D03A-DDA8-5E57-B78E462166C0}"/>
              </a:ext>
            </a:extLst>
          </p:cNvPr>
          <p:cNvSpPr>
            <a:spLocks noGrp="1"/>
          </p:cNvSpPr>
          <p:nvPr>
            <p:ph type="ctrTitle"/>
          </p:nvPr>
        </p:nvSpPr>
        <p:spPr>
          <a:xfrm>
            <a:off x="1524000" y="591421"/>
            <a:ext cx="9144000" cy="568785"/>
          </a:xfrm>
        </p:spPr>
        <p:txBody>
          <a:bodyPr>
            <a:normAutofit fontScale="90000"/>
          </a:bodyPr>
          <a:lstStyle/>
          <a:p>
            <a:r>
              <a:rPr lang="en-US" dirty="0"/>
              <a:t>                    </a:t>
            </a:r>
            <a:r>
              <a:rPr lang="en-US" sz="4000" dirty="0">
                <a:solidFill>
                  <a:schemeClr val="accent3"/>
                </a:solidFill>
              </a:rPr>
              <a:t>SAMPLE CODE</a:t>
            </a:r>
            <a:endParaRPr lang="en-IN" sz="4000" dirty="0">
              <a:solidFill>
                <a:schemeClr val="accent3"/>
              </a:solidFill>
            </a:endParaRPr>
          </a:p>
        </p:txBody>
      </p:sp>
      <p:sp>
        <p:nvSpPr>
          <p:cNvPr id="5" name="TextBox 4">
            <a:extLst>
              <a:ext uri="{FF2B5EF4-FFF2-40B4-BE49-F238E27FC236}">
                <a16:creationId xmlns:a16="http://schemas.microsoft.com/office/drawing/2014/main" id="{044241C2-E33E-42F4-3037-DA06873EFDD1}"/>
              </a:ext>
            </a:extLst>
          </p:cNvPr>
          <p:cNvSpPr txBox="1"/>
          <p:nvPr/>
        </p:nvSpPr>
        <p:spPr>
          <a:xfrm>
            <a:off x="2094271" y="983226"/>
            <a:ext cx="6194323" cy="5755422"/>
          </a:xfrm>
          <a:prstGeom prst="rect">
            <a:avLst/>
          </a:prstGeom>
          <a:noFill/>
        </p:spPr>
        <p:txBody>
          <a:bodyPr wrap="square" rtlCol="0">
            <a:spAutoFit/>
          </a:bodyPr>
          <a:lstStyle/>
          <a:p>
            <a:r>
              <a:rPr lang="en-IN" sz="1600" dirty="0">
                <a:latin typeface="Aparajita" panose="02020603050405020304" pitchFamily="18" charset="0"/>
                <a:cs typeface="Aparajita" panose="02020603050405020304" pitchFamily="18" charset="0"/>
              </a:rPr>
              <a:t>&lt;!DOCTYPE html&gt;</a:t>
            </a:r>
          </a:p>
          <a:p>
            <a:r>
              <a:rPr lang="en-IN" sz="1600" dirty="0">
                <a:latin typeface="Aparajita" panose="02020603050405020304" pitchFamily="18" charset="0"/>
                <a:cs typeface="Aparajita" panose="02020603050405020304" pitchFamily="18" charset="0"/>
              </a:rPr>
              <a:t>&lt;html&gt;</a:t>
            </a:r>
          </a:p>
          <a:p>
            <a:r>
              <a:rPr lang="en-IN" sz="1600" dirty="0">
                <a:latin typeface="Aparajita" panose="02020603050405020304" pitchFamily="18" charset="0"/>
                <a:cs typeface="Aparajita" panose="02020603050405020304" pitchFamily="18" charset="0"/>
              </a:rPr>
              <a:t>&lt;head&gt;</a:t>
            </a:r>
          </a:p>
          <a:p>
            <a:r>
              <a:rPr lang="en-IN" sz="1600" dirty="0">
                <a:latin typeface="Aparajita" panose="02020603050405020304" pitchFamily="18" charset="0"/>
                <a:cs typeface="Aparajita" panose="02020603050405020304" pitchFamily="18" charset="0"/>
              </a:rPr>
              <a:t>&lt;title&gt;Student Registration&lt;/title&gt;</a:t>
            </a:r>
          </a:p>
          <a:p>
            <a:r>
              <a:rPr lang="en-IN" sz="1600" dirty="0">
                <a:latin typeface="Aparajita" panose="02020603050405020304" pitchFamily="18" charset="0"/>
                <a:cs typeface="Aparajita" panose="02020603050405020304" pitchFamily="18" charset="0"/>
              </a:rPr>
              <a:t>&lt;style&gt;</a:t>
            </a:r>
          </a:p>
          <a:p>
            <a:r>
              <a:rPr lang="en-IN" sz="1600" dirty="0">
                <a:latin typeface="Aparajita" panose="02020603050405020304" pitchFamily="18" charset="0"/>
                <a:cs typeface="Aparajita" panose="02020603050405020304" pitchFamily="18" charset="0"/>
              </a:rPr>
              <a:t>body{ font-family:Arial;text-align:center;background:#f2f2f2;}</a:t>
            </a:r>
          </a:p>
          <a:p>
            <a:r>
              <a:rPr lang="en-IN" sz="1600" dirty="0">
                <a:latin typeface="Aparajita" panose="02020603050405020304" pitchFamily="18" charset="0"/>
                <a:cs typeface="Aparajita" panose="02020603050405020304" pitchFamily="18" charset="0"/>
              </a:rPr>
              <a:t>input, button{padding:8px;margin:5px;}</a:t>
            </a:r>
          </a:p>
          <a:p>
            <a:r>
              <a:rPr lang="en-IN" sz="1600" dirty="0">
                <a:latin typeface="Aparajita" panose="02020603050405020304" pitchFamily="18" charset="0"/>
                <a:cs typeface="Aparajita" panose="02020603050405020304" pitchFamily="18" charset="0"/>
              </a:rPr>
              <a:t>table{ margin:auto;border-collapse:collapse;}</a:t>
            </a:r>
          </a:p>
          <a:p>
            <a:r>
              <a:rPr lang="en-IN" sz="1600" dirty="0">
                <a:latin typeface="Aparajita" panose="02020603050405020304" pitchFamily="18" charset="0"/>
                <a:cs typeface="Aparajita" panose="02020603050405020304" pitchFamily="18" charset="0"/>
              </a:rPr>
              <a:t>table,th,td{border:1px solid black;padding:8px;}</a:t>
            </a:r>
          </a:p>
          <a:p>
            <a:r>
              <a:rPr lang="en-IN" sz="1600" dirty="0">
                <a:latin typeface="Aparajita" panose="02020603050405020304" pitchFamily="18" charset="0"/>
                <a:cs typeface="Aparajita" panose="02020603050405020304" pitchFamily="18" charset="0"/>
              </a:rPr>
              <a:t>&lt;/style&gt;</a:t>
            </a:r>
          </a:p>
          <a:p>
            <a:r>
              <a:rPr lang="en-IN" sz="1600" dirty="0">
                <a:latin typeface="Aparajita" panose="02020603050405020304" pitchFamily="18" charset="0"/>
                <a:cs typeface="Aparajita" panose="02020603050405020304" pitchFamily="18" charset="0"/>
              </a:rPr>
              <a:t>&lt;/head&gt;</a:t>
            </a:r>
          </a:p>
          <a:p>
            <a:r>
              <a:rPr lang="en-IN" sz="1600" dirty="0">
                <a:latin typeface="Aparajita" panose="02020603050405020304" pitchFamily="18" charset="0"/>
                <a:cs typeface="Aparajita" panose="02020603050405020304" pitchFamily="18" charset="0"/>
              </a:rPr>
              <a:t>&lt;body&gt;</a:t>
            </a:r>
          </a:p>
          <a:p>
            <a:endParaRPr lang="en-IN" sz="1600" dirty="0">
              <a:latin typeface="Aparajita" panose="02020603050405020304" pitchFamily="18" charset="0"/>
              <a:cs typeface="Aparajita" panose="02020603050405020304" pitchFamily="18" charset="0"/>
            </a:endParaRPr>
          </a:p>
          <a:p>
            <a:r>
              <a:rPr lang="en-IN" sz="1600" dirty="0">
                <a:latin typeface="Aparajita" panose="02020603050405020304" pitchFamily="18" charset="0"/>
                <a:cs typeface="Aparajita" panose="02020603050405020304" pitchFamily="18" charset="0"/>
              </a:rPr>
              <a:t>&lt;h2&gt;Student Registration System&lt;/h2&gt;</a:t>
            </a:r>
          </a:p>
          <a:p>
            <a:endParaRPr lang="en-IN" sz="1600" dirty="0">
              <a:latin typeface="Aparajita" panose="02020603050405020304" pitchFamily="18" charset="0"/>
              <a:cs typeface="Aparajita" panose="02020603050405020304" pitchFamily="18" charset="0"/>
            </a:endParaRPr>
          </a:p>
          <a:p>
            <a:r>
              <a:rPr lang="en-IN" sz="1600" dirty="0">
                <a:latin typeface="Aparajita" panose="02020603050405020304" pitchFamily="18" charset="0"/>
                <a:cs typeface="Aparajita" panose="02020603050405020304" pitchFamily="18" charset="0"/>
              </a:rPr>
              <a:t>&lt;input type="text" id="name" placeholder="Name"&gt;</a:t>
            </a:r>
          </a:p>
          <a:p>
            <a:r>
              <a:rPr lang="en-IN" sz="1600" dirty="0">
                <a:latin typeface="Aparajita" panose="02020603050405020304" pitchFamily="18" charset="0"/>
                <a:cs typeface="Aparajita" panose="02020603050405020304" pitchFamily="18" charset="0"/>
              </a:rPr>
              <a:t>&lt;input type="text" id="roll" placeholder="Roll No"&gt;</a:t>
            </a:r>
          </a:p>
          <a:p>
            <a:r>
              <a:rPr lang="en-IN" sz="1600" dirty="0">
                <a:latin typeface="Aparajita" panose="02020603050405020304" pitchFamily="18" charset="0"/>
                <a:cs typeface="Aparajita" panose="02020603050405020304" pitchFamily="18" charset="0"/>
              </a:rPr>
              <a:t>&lt;button onclick=“ addStudent()"&gt;Register&lt;/button&gt;</a:t>
            </a:r>
          </a:p>
          <a:p>
            <a:endParaRPr lang="en-IN" sz="1600" dirty="0">
              <a:latin typeface="Aparajita" panose="02020603050405020304" pitchFamily="18" charset="0"/>
              <a:cs typeface="Aparajita" panose="02020603050405020304" pitchFamily="18" charset="0"/>
            </a:endParaRPr>
          </a:p>
          <a:p>
            <a:r>
              <a:rPr lang="en-IN" sz="1600" dirty="0">
                <a:latin typeface="Aparajita" panose="02020603050405020304" pitchFamily="18" charset="0"/>
                <a:cs typeface="Aparajita" panose="02020603050405020304" pitchFamily="18" charset="0"/>
              </a:rPr>
              <a:t>&lt;table&gt;</a:t>
            </a:r>
          </a:p>
          <a:p>
            <a:r>
              <a:rPr lang="en-IN" sz="1600" dirty="0">
                <a:latin typeface="Aparajita" panose="02020603050405020304" pitchFamily="18" charset="0"/>
                <a:cs typeface="Aparajita" panose="02020603050405020304" pitchFamily="18" charset="0"/>
              </a:rPr>
              <a:t>&lt;tr&gt;</a:t>
            </a:r>
          </a:p>
          <a:p>
            <a:r>
              <a:rPr lang="en-IN" sz="1600" dirty="0">
                <a:latin typeface="Aparajita" panose="02020603050405020304" pitchFamily="18" charset="0"/>
                <a:cs typeface="Aparajita" panose="02020603050405020304" pitchFamily="18" charset="0"/>
              </a:rPr>
              <a:t>&lt;</a:t>
            </a:r>
            <a:r>
              <a:rPr lang="en-IN" sz="1600" dirty="0" err="1">
                <a:latin typeface="Aparajita" panose="02020603050405020304" pitchFamily="18" charset="0"/>
                <a:cs typeface="Aparajita" panose="02020603050405020304" pitchFamily="18" charset="0"/>
              </a:rPr>
              <a:t>th</a:t>
            </a:r>
            <a:r>
              <a:rPr lang="en-IN" sz="1600" dirty="0">
                <a:latin typeface="Aparajita" panose="02020603050405020304" pitchFamily="18" charset="0"/>
                <a:cs typeface="Aparajita" panose="02020603050405020304" pitchFamily="18" charset="0"/>
              </a:rPr>
              <a:t>&gt;Name&lt;/</a:t>
            </a:r>
            <a:r>
              <a:rPr lang="en-IN" sz="1600" dirty="0" err="1">
                <a:latin typeface="Aparajita" panose="02020603050405020304" pitchFamily="18" charset="0"/>
                <a:cs typeface="Aparajita" panose="02020603050405020304" pitchFamily="18" charset="0"/>
              </a:rPr>
              <a:t>th</a:t>
            </a:r>
            <a:r>
              <a:rPr lang="en-IN" sz="1600" dirty="0">
                <a:latin typeface="Aparajita" panose="02020603050405020304" pitchFamily="18" charset="0"/>
                <a:cs typeface="Aparajita" panose="02020603050405020304" pitchFamily="18" charset="0"/>
              </a:rPr>
              <a:t>&gt;</a:t>
            </a:r>
          </a:p>
          <a:p>
            <a:endParaRPr lang="en-IN" sz="1600" dirty="0"/>
          </a:p>
        </p:txBody>
      </p:sp>
    </p:spTree>
    <p:extLst>
      <p:ext uri="{BB962C8B-B14F-4D97-AF65-F5344CB8AC3E}">
        <p14:creationId xmlns:p14="http://schemas.microsoft.com/office/powerpoint/2010/main" val="3130919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6A9677-ECFE-86D1-E85F-9D3578720AAE}"/>
              </a:ext>
            </a:extLst>
          </p:cNvPr>
          <p:cNvSpPr txBox="1"/>
          <p:nvPr/>
        </p:nvSpPr>
        <p:spPr>
          <a:xfrm>
            <a:off x="2605548" y="4011561"/>
            <a:ext cx="556563" cy="369332"/>
          </a:xfrm>
          <a:prstGeom prst="rect">
            <a:avLst/>
          </a:prstGeom>
          <a:noFill/>
        </p:spPr>
        <p:txBody>
          <a:bodyPr wrap="none" rtlCol="0">
            <a:spAutoFit/>
          </a:bodyPr>
          <a:lstStyle/>
          <a:p>
            <a:r>
              <a:rPr lang="en-US" dirty="0"/>
              <a:t>        </a:t>
            </a:r>
            <a:endParaRPr lang="en-IN" dirty="0"/>
          </a:p>
        </p:txBody>
      </p:sp>
      <p:sp>
        <p:nvSpPr>
          <p:cNvPr id="4" name="TextBox 3">
            <a:extLst>
              <a:ext uri="{FF2B5EF4-FFF2-40B4-BE49-F238E27FC236}">
                <a16:creationId xmlns:a16="http://schemas.microsoft.com/office/drawing/2014/main" id="{E3A38E8D-F77B-C3E2-1665-B95EE78FBA06}"/>
              </a:ext>
            </a:extLst>
          </p:cNvPr>
          <p:cNvSpPr txBox="1"/>
          <p:nvPr/>
        </p:nvSpPr>
        <p:spPr>
          <a:xfrm>
            <a:off x="3048000" y="381476"/>
            <a:ext cx="6096000" cy="6247864"/>
          </a:xfrm>
          <a:prstGeom prst="rect">
            <a:avLst/>
          </a:prstGeom>
          <a:noFill/>
        </p:spPr>
        <p:txBody>
          <a:bodyPr wrap="square">
            <a:spAutoFit/>
          </a:bodyPr>
          <a:lstStyle/>
          <a:p>
            <a:r>
              <a:rPr lang="en-IN" sz="1600" dirty="0">
                <a:latin typeface="Aparajita" panose="02020603050405020304" pitchFamily="18" charset="0"/>
                <a:cs typeface="Aparajita" panose="02020603050405020304" pitchFamily="18" charset="0"/>
              </a:rPr>
              <a:t>&lt;</a:t>
            </a:r>
            <a:r>
              <a:rPr lang="en-IN" sz="1600" dirty="0" err="1">
                <a:latin typeface="Aparajita" panose="02020603050405020304" pitchFamily="18" charset="0"/>
                <a:cs typeface="Aparajita" panose="02020603050405020304" pitchFamily="18" charset="0"/>
              </a:rPr>
              <a:t>th</a:t>
            </a:r>
            <a:r>
              <a:rPr lang="en-IN" sz="1600" dirty="0">
                <a:latin typeface="Aparajita" panose="02020603050405020304" pitchFamily="18" charset="0"/>
                <a:cs typeface="Aparajita" panose="02020603050405020304" pitchFamily="18" charset="0"/>
              </a:rPr>
              <a:t>&gt;Roll No&lt;/</a:t>
            </a:r>
            <a:r>
              <a:rPr lang="en-IN" sz="1600" dirty="0" err="1">
                <a:latin typeface="Aparajita" panose="02020603050405020304" pitchFamily="18" charset="0"/>
                <a:cs typeface="Aparajita" panose="02020603050405020304" pitchFamily="18" charset="0"/>
              </a:rPr>
              <a:t>th</a:t>
            </a:r>
            <a:r>
              <a:rPr lang="en-IN" sz="1600" dirty="0">
                <a:latin typeface="Aparajita" panose="02020603050405020304" pitchFamily="18" charset="0"/>
                <a:cs typeface="Aparajita" panose="02020603050405020304" pitchFamily="18" charset="0"/>
              </a:rPr>
              <a:t>&gt;</a:t>
            </a:r>
          </a:p>
          <a:p>
            <a:r>
              <a:rPr lang="en-IN" sz="1600" dirty="0">
                <a:latin typeface="Aparajita" panose="02020603050405020304" pitchFamily="18" charset="0"/>
                <a:cs typeface="Aparajita" panose="02020603050405020304" pitchFamily="18" charset="0"/>
              </a:rPr>
              <a:t>&lt;/tr&gt;</a:t>
            </a:r>
          </a:p>
          <a:p>
            <a:r>
              <a:rPr lang="en-IN" sz="1600" dirty="0">
                <a:latin typeface="Aparajita" panose="02020603050405020304" pitchFamily="18" charset="0"/>
                <a:cs typeface="Aparajita" panose="02020603050405020304" pitchFamily="18" charset="0"/>
              </a:rPr>
              <a:t>&lt;tbody id="list"&gt;&lt;/tbody&gt;</a:t>
            </a:r>
          </a:p>
          <a:p>
            <a:r>
              <a:rPr lang="en-IN" sz="1600" dirty="0">
                <a:latin typeface="Aparajita" panose="02020603050405020304" pitchFamily="18" charset="0"/>
                <a:cs typeface="Aparajita" panose="02020603050405020304" pitchFamily="18" charset="0"/>
              </a:rPr>
              <a:t>&lt;/table&gt;</a:t>
            </a:r>
          </a:p>
          <a:p>
            <a:endParaRPr lang="en-IN" sz="1600" dirty="0">
              <a:latin typeface="Aparajita" panose="02020603050405020304" pitchFamily="18" charset="0"/>
              <a:cs typeface="Aparajita" panose="02020603050405020304" pitchFamily="18" charset="0"/>
            </a:endParaRPr>
          </a:p>
          <a:p>
            <a:r>
              <a:rPr lang="en-IN" sz="1600" dirty="0">
                <a:latin typeface="Aparajita" panose="02020603050405020304" pitchFamily="18" charset="0"/>
                <a:cs typeface="Aparajita" panose="02020603050405020304" pitchFamily="18" charset="0"/>
              </a:rPr>
              <a:t>&lt;script&gt;</a:t>
            </a:r>
          </a:p>
          <a:p>
            <a:r>
              <a:rPr lang="en-IN" sz="1600" dirty="0">
                <a:latin typeface="Aparajita" panose="02020603050405020304" pitchFamily="18" charset="0"/>
                <a:cs typeface="Aparajita" panose="02020603050405020304" pitchFamily="18" charset="0"/>
              </a:rPr>
              <a:t>function addStudent(){</a:t>
            </a:r>
          </a:p>
          <a:p>
            <a:r>
              <a:rPr lang="en-IN" sz="1600" dirty="0">
                <a:latin typeface="Aparajita" panose="02020603050405020304" pitchFamily="18" charset="0"/>
                <a:cs typeface="Aparajita" panose="02020603050405020304" pitchFamily="18" charset="0"/>
              </a:rPr>
              <a:t>    let name=document.getElementById("name").value;</a:t>
            </a:r>
          </a:p>
          <a:p>
            <a:r>
              <a:rPr lang="en-IN" sz="1600" dirty="0">
                <a:latin typeface="Aparajita" panose="02020603050405020304" pitchFamily="18" charset="0"/>
                <a:cs typeface="Aparajita" panose="02020603050405020304" pitchFamily="18" charset="0"/>
              </a:rPr>
              <a:t>    let roll=document.getElementById("roll").value;</a:t>
            </a:r>
          </a:p>
          <a:p>
            <a:endParaRPr lang="en-IN" sz="1600" dirty="0">
              <a:latin typeface="Aparajita" panose="02020603050405020304" pitchFamily="18" charset="0"/>
              <a:cs typeface="Aparajita" panose="02020603050405020304" pitchFamily="18" charset="0"/>
            </a:endParaRPr>
          </a:p>
          <a:p>
            <a:r>
              <a:rPr lang="en-IN" sz="1600" dirty="0">
                <a:latin typeface="Aparajita" panose="02020603050405020304" pitchFamily="18" charset="0"/>
                <a:cs typeface="Aparajita" panose="02020603050405020304" pitchFamily="18" charset="0"/>
              </a:rPr>
              <a:t>    if(name==""||roll==""){</a:t>
            </a:r>
          </a:p>
          <a:p>
            <a:r>
              <a:rPr lang="en-IN" sz="1600" dirty="0">
                <a:latin typeface="Aparajita" panose="02020603050405020304" pitchFamily="18" charset="0"/>
                <a:cs typeface="Aparajita" panose="02020603050405020304" pitchFamily="18" charset="0"/>
              </a:rPr>
              <a:t>        alert("Enter all details");</a:t>
            </a:r>
          </a:p>
          <a:p>
            <a:r>
              <a:rPr lang="en-IN" sz="1600" dirty="0">
                <a:latin typeface="Aparajita" panose="02020603050405020304" pitchFamily="18" charset="0"/>
                <a:cs typeface="Aparajita" panose="02020603050405020304" pitchFamily="18" charset="0"/>
              </a:rPr>
              <a:t>        return;</a:t>
            </a:r>
          </a:p>
          <a:p>
            <a:r>
              <a:rPr lang="en-IN" sz="1600" dirty="0">
                <a:latin typeface="Aparajita" panose="02020603050405020304" pitchFamily="18" charset="0"/>
                <a:cs typeface="Aparajita" panose="02020603050405020304" pitchFamily="18" charset="0"/>
              </a:rPr>
              <a:t>    }</a:t>
            </a:r>
          </a:p>
          <a:p>
            <a:endParaRPr lang="en-IN" sz="1600" dirty="0">
              <a:latin typeface="Aparajita" panose="02020603050405020304" pitchFamily="18" charset="0"/>
              <a:cs typeface="Aparajita" panose="02020603050405020304" pitchFamily="18" charset="0"/>
            </a:endParaRPr>
          </a:p>
          <a:p>
            <a:r>
              <a:rPr lang="en-IN" sz="1600" dirty="0">
                <a:latin typeface="Aparajita" panose="02020603050405020304" pitchFamily="18" charset="0"/>
                <a:cs typeface="Aparajita" panose="02020603050405020304" pitchFamily="18" charset="0"/>
              </a:rPr>
              <a:t>    document.getElementById("list").innerHTML +=</a:t>
            </a:r>
          </a:p>
          <a:p>
            <a:r>
              <a:rPr lang="en-IN" sz="1600" dirty="0">
                <a:latin typeface="Aparajita" panose="02020603050405020304" pitchFamily="18" charset="0"/>
                <a:cs typeface="Aparajita" panose="02020603050405020304" pitchFamily="18" charset="0"/>
              </a:rPr>
              <a:t>    "&lt;tr&gt;&lt;td&gt;"+name+"&lt;/td&gt;&lt;td&gt;"+roll+"&lt;/td&gt;&lt;/tr&gt;";</a:t>
            </a:r>
          </a:p>
          <a:p>
            <a:endParaRPr lang="en-IN" sz="1600" dirty="0">
              <a:latin typeface="Aparajita" panose="02020603050405020304" pitchFamily="18" charset="0"/>
              <a:cs typeface="Aparajita" panose="02020603050405020304" pitchFamily="18" charset="0"/>
            </a:endParaRPr>
          </a:p>
          <a:p>
            <a:r>
              <a:rPr lang="en-IN" sz="1600" dirty="0">
                <a:latin typeface="Aparajita" panose="02020603050405020304" pitchFamily="18" charset="0"/>
                <a:cs typeface="Aparajita" panose="02020603050405020304" pitchFamily="18" charset="0"/>
              </a:rPr>
              <a:t>    document.getElementById("name").value="";</a:t>
            </a:r>
          </a:p>
          <a:p>
            <a:r>
              <a:rPr lang="en-IN" sz="1600" dirty="0">
                <a:latin typeface="Aparajita" panose="02020603050405020304" pitchFamily="18" charset="0"/>
                <a:cs typeface="Aparajita" panose="02020603050405020304" pitchFamily="18" charset="0"/>
              </a:rPr>
              <a:t>    document.getElementById("roll").value="";</a:t>
            </a:r>
          </a:p>
          <a:p>
            <a:r>
              <a:rPr lang="en-IN" sz="1600" dirty="0">
                <a:latin typeface="Aparajita" panose="02020603050405020304" pitchFamily="18" charset="0"/>
                <a:cs typeface="Aparajita" panose="02020603050405020304" pitchFamily="18" charset="0"/>
              </a:rPr>
              <a:t>}</a:t>
            </a:r>
          </a:p>
          <a:p>
            <a:r>
              <a:rPr lang="en-IN" sz="1600" dirty="0">
                <a:latin typeface="Aparajita" panose="02020603050405020304" pitchFamily="18" charset="0"/>
                <a:cs typeface="Aparajita" panose="02020603050405020304" pitchFamily="18" charset="0"/>
              </a:rPr>
              <a:t>&lt;/script&gt;</a:t>
            </a:r>
          </a:p>
          <a:p>
            <a:endParaRPr lang="en-IN" sz="1600" dirty="0">
              <a:latin typeface="Aparajita" panose="02020603050405020304" pitchFamily="18" charset="0"/>
              <a:cs typeface="Aparajita" panose="02020603050405020304" pitchFamily="18" charset="0"/>
            </a:endParaRPr>
          </a:p>
          <a:p>
            <a:r>
              <a:rPr lang="en-IN" sz="1600" dirty="0">
                <a:latin typeface="Aparajita" panose="02020603050405020304" pitchFamily="18" charset="0"/>
                <a:cs typeface="Aparajita" panose="02020603050405020304" pitchFamily="18" charset="0"/>
              </a:rPr>
              <a:t>&lt;/body&gt;</a:t>
            </a:r>
          </a:p>
          <a:p>
            <a:r>
              <a:rPr lang="en-IN" sz="1600" dirty="0">
                <a:latin typeface="Aparajita" panose="02020603050405020304" pitchFamily="18" charset="0"/>
                <a:cs typeface="Aparajita" panose="02020603050405020304" pitchFamily="18" charset="0"/>
              </a:rPr>
              <a:t>&lt;/html&gt;</a:t>
            </a:r>
          </a:p>
        </p:txBody>
      </p:sp>
    </p:spTree>
    <p:extLst>
      <p:ext uri="{BB962C8B-B14F-4D97-AF65-F5344CB8AC3E}">
        <p14:creationId xmlns:p14="http://schemas.microsoft.com/office/powerpoint/2010/main" val="2308040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758F81-11BC-2908-D09B-BE1E38F87285}"/>
              </a:ext>
            </a:extLst>
          </p:cNvPr>
          <p:cNvSpPr txBox="1"/>
          <p:nvPr/>
        </p:nvSpPr>
        <p:spPr>
          <a:xfrm>
            <a:off x="4660491" y="292631"/>
            <a:ext cx="2841522" cy="646331"/>
          </a:xfrm>
          <a:prstGeom prst="rect">
            <a:avLst/>
          </a:prstGeom>
          <a:noFill/>
        </p:spPr>
        <p:txBody>
          <a:bodyPr wrap="square" rtlCol="0">
            <a:spAutoFit/>
          </a:bodyPr>
          <a:lstStyle/>
          <a:p>
            <a:r>
              <a:rPr lang="en-US" sz="3200" b="1" dirty="0">
                <a:solidFill>
                  <a:schemeClr val="accent1"/>
                </a:solidFill>
              </a:rPr>
              <a:t>   </a:t>
            </a:r>
            <a:r>
              <a:rPr lang="en-US" sz="3600" b="1" dirty="0">
                <a:solidFill>
                  <a:schemeClr val="accent1"/>
                </a:solidFill>
              </a:rPr>
              <a:t>OUTPUT</a:t>
            </a:r>
            <a:endParaRPr lang="en-IN" sz="3600" b="1" dirty="0">
              <a:solidFill>
                <a:schemeClr val="accent1"/>
              </a:solidFill>
            </a:endParaRPr>
          </a:p>
        </p:txBody>
      </p:sp>
      <p:pic>
        <p:nvPicPr>
          <p:cNvPr id="6" name="Picture 5">
            <a:extLst>
              <a:ext uri="{FF2B5EF4-FFF2-40B4-BE49-F238E27FC236}">
                <a16:creationId xmlns:a16="http://schemas.microsoft.com/office/drawing/2014/main" id="{EC47C380-87D3-6024-73B0-03D9B48A0F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767" y="938962"/>
            <a:ext cx="10854814" cy="5626407"/>
          </a:xfrm>
          <a:prstGeom prst="rect">
            <a:avLst/>
          </a:prstGeom>
        </p:spPr>
      </p:pic>
    </p:spTree>
    <p:extLst>
      <p:ext uri="{BB962C8B-B14F-4D97-AF65-F5344CB8AC3E}">
        <p14:creationId xmlns:p14="http://schemas.microsoft.com/office/powerpoint/2010/main" val="1960370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84B196-E140-D0E6-896B-9865A4C753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6642" y="275302"/>
            <a:ext cx="9338715" cy="6582697"/>
          </a:xfrm>
          <a:prstGeom prst="rect">
            <a:avLst/>
          </a:prstGeom>
        </p:spPr>
      </p:pic>
    </p:spTree>
    <p:extLst>
      <p:ext uri="{BB962C8B-B14F-4D97-AF65-F5344CB8AC3E}">
        <p14:creationId xmlns:p14="http://schemas.microsoft.com/office/powerpoint/2010/main" val="4132772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FDB76A-C2DF-9F70-D7C2-EBBD9F74A4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599" y="422787"/>
            <a:ext cx="7924801" cy="6125498"/>
          </a:xfrm>
          <a:prstGeom prst="rect">
            <a:avLst/>
          </a:prstGeom>
        </p:spPr>
      </p:pic>
    </p:spTree>
    <p:extLst>
      <p:ext uri="{BB962C8B-B14F-4D97-AF65-F5344CB8AC3E}">
        <p14:creationId xmlns:p14="http://schemas.microsoft.com/office/powerpoint/2010/main" val="3815642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29D558-9D25-18B2-604C-E1721D8895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768" y="727587"/>
            <a:ext cx="11139948" cy="5063613"/>
          </a:xfrm>
          <a:prstGeom prst="rect">
            <a:avLst/>
          </a:prstGeom>
        </p:spPr>
      </p:pic>
    </p:spTree>
    <p:extLst>
      <p:ext uri="{BB962C8B-B14F-4D97-AF65-F5344CB8AC3E}">
        <p14:creationId xmlns:p14="http://schemas.microsoft.com/office/powerpoint/2010/main" val="952731440"/>
      </p:ext>
    </p:extLst>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Film Burn</Template>
  <TotalTime>171</TotalTime>
  <Words>618</Words>
  <Application>Microsoft Office PowerPoint</Application>
  <PresentationFormat>Widescreen</PresentationFormat>
  <Paragraphs>78</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Aparajita</vt:lpstr>
      <vt:lpstr>Aptos</vt:lpstr>
      <vt:lpstr>Arial</vt:lpstr>
      <vt:lpstr>Neue Haas Grotesk Text Pro</vt:lpstr>
      <vt:lpstr>Wingdings</vt:lpstr>
      <vt:lpstr>Film Burn</vt:lpstr>
      <vt:lpstr>               FRONT-END PROJECT                                  ON    STUDENT REGISTRATION SYSTEM</vt:lpstr>
      <vt:lpstr>                                                 ABSTRACT</vt:lpstr>
      <vt:lpstr>                                             INTRODUCTION</vt:lpstr>
      <vt:lpstr>                                                 OBJECTIVE</vt:lpstr>
      <vt:lpstr>                    SAMPLE CODE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SRIVIDYA A</dc:creator>
  <cp:lastModifiedBy>SRIVIDYA A</cp:lastModifiedBy>
  <cp:revision>3</cp:revision>
  <dcterms:created xsi:type="dcterms:W3CDTF">2026-08-02T12:44:37Z</dcterms:created>
  <dcterms:modified xsi:type="dcterms:W3CDTF">2026-08-18T06:03:58Z</dcterms:modified>
</cp:coreProperties>
</file>